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97" r:id="rId2"/>
    <p:sldId id="293" r:id="rId3"/>
    <p:sldId id="294" r:id="rId4"/>
    <p:sldId id="295" r:id="rId5"/>
    <p:sldId id="296" r:id="rId6"/>
    <p:sldId id="298" r:id="rId7"/>
  </p:sldIdLst>
  <p:sldSz cx="12192000" cy="6858000"/>
  <p:notesSz cx="6858000" cy="9144000"/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1438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7402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8738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02761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1195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64029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9095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1008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13631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71324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82226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8326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2593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11150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02644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83986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3849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A4DE842-E3B8-4097-9F8A-C9DBE7787487}" type="datetimeFigureOut">
              <a:rPr lang="ar-EG" smtClean="0"/>
              <a:t>05/04/1448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64717-A3C3-47F0-8375-73143AAD531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79346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DBFE9-4996-B143-5FC4-8F84516C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E602F0-6AE0-4F16-820A-F427C24A54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304" y="0"/>
            <a:ext cx="1758696" cy="1353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9641F5-1EF4-F795-D60C-88B9BC05016B}"/>
              </a:ext>
            </a:extLst>
          </p:cNvPr>
          <p:cNvSpPr txBox="1"/>
          <p:nvPr/>
        </p:nvSpPr>
        <p:spPr>
          <a:xfrm>
            <a:off x="10309753" y="6488668"/>
            <a:ext cx="188224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By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Eslam</a:t>
            </a: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Khder</a:t>
            </a:r>
            <a:endParaRPr lang="ar-EG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D2CD31-491C-8B5E-D7CB-66425B7969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0" y="-541080"/>
            <a:ext cx="3750085" cy="24354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0F8B5B-47E6-8954-B4D9-4C70E1AEE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85" y="2817772"/>
            <a:ext cx="11962829" cy="18291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464170-355F-2D68-7332-0200B1E4F299}"/>
              </a:ext>
            </a:extLst>
          </p:cNvPr>
          <p:cNvSpPr txBox="1"/>
          <p:nvPr/>
        </p:nvSpPr>
        <p:spPr>
          <a:xfrm>
            <a:off x="3271939" y="816832"/>
            <a:ext cx="61984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Angular</a:t>
            </a:r>
          </a:p>
        </p:txBody>
      </p:sp>
    </p:spTree>
    <p:extLst>
      <p:ext uri="{BB962C8B-B14F-4D97-AF65-F5344CB8AC3E}">
        <p14:creationId xmlns:p14="http://schemas.microsoft.com/office/powerpoint/2010/main" val="653027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C5C0D-7C52-4B22-64EF-71B61232E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E3B56-475C-5D74-BBB3-6E874391D4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304" y="0"/>
            <a:ext cx="1758696" cy="1353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DDDA25-7BBF-FEC0-A664-3F0C97FB91AB}"/>
              </a:ext>
            </a:extLst>
          </p:cNvPr>
          <p:cNvSpPr txBox="1"/>
          <p:nvPr/>
        </p:nvSpPr>
        <p:spPr>
          <a:xfrm>
            <a:off x="10309753" y="6488668"/>
            <a:ext cx="188224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By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Eslam</a:t>
            </a: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Khder</a:t>
            </a:r>
            <a:endParaRPr lang="ar-EG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17D445-494C-5C1A-3EB4-E26C522511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0" y="-541080"/>
            <a:ext cx="3750085" cy="24354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8102C7-31F6-03EA-4224-C7B4C02C5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41" y="1420328"/>
            <a:ext cx="11888859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8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5AAC-4F54-9BE1-9B21-21C03776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011C3D-ED86-B3B9-343B-D63513C0B5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304" y="0"/>
            <a:ext cx="1758696" cy="1353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FEBBCC-17EA-8712-6966-BAADE34680C2}"/>
              </a:ext>
            </a:extLst>
          </p:cNvPr>
          <p:cNvSpPr txBox="1"/>
          <p:nvPr/>
        </p:nvSpPr>
        <p:spPr>
          <a:xfrm>
            <a:off x="10309753" y="6488668"/>
            <a:ext cx="188224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By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Eslam</a:t>
            </a: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Khder</a:t>
            </a:r>
            <a:endParaRPr lang="ar-EG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B2DAB2-9852-68A9-300E-415A216DD8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0" y="-541080"/>
            <a:ext cx="3750085" cy="24354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694825-41F9-0779-59C1-C53DDC460F2F}"/>
              </a:ext>
            </a:extLst>
          </p:cNvPr>
          <p:cNvSpPr txBox="1"/>
          <p:nvPr/>
        </p:nvSpPr>
        <p:spPr>
          <a:xfrm>
            <a:off x="0" y="2624889"/>
            <a:ext cx="44383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nvm-setup.exe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79A8F-00A6-48CD-ED10-C80EB5307765}"/>
              </a:ext>
            </a:extLst>
          </p:cNvPr>
          <p:cNvSpPr txBox="1"/>
          <p:nvPr/>
        </p:nvSpPr>
        <p:spPr>
          <a:xfrm>
            <a:off x="4013617" y="2767280"/>
            <a:ext cx="9272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https://sourceforge.net/projects/nvm-for-windows.mirror/files/1.1.12/nvm-setup.exe/download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6F72BC-ABE2-411F-ACAB-1B3C4D165996}"/>
              </a:ext>
            </a:extLst>
          </p:cNvPr>
          <p:cNvSpPr txBox="1"/>
          <p:nvPr/>
        </p:nvSpPr>
        <p:spPr>
          <a:xfrm>
            <a:off x="2291689" y="1168646"/>
            <a:ext cx="6745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we need node </a:t>
            </a:r>
            <a:r>
              <a:rPr lang="en-US" sz="3600" dirty="0" err="1"/>
              <a:t>js</a:t>
            </a:r>
            <a:r>
              <a:rPr lang="en-US" sz="3600" dirty="0"/>
              <a:t> 16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D95F18-B19B-BE5B-B087-593ABAB6D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70" y="3940163"/>
            <a:ext cx="2943219" cy="13818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2F2E74-6AC9-CEE5-C871-C438B14E1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251" y="3965017"/>
            <a:ext cx="2816228" cy="13818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D535F9-7407-8F6B-5D19-D429EC367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256" y="3965017"/>
            <a:ext cx="2598203" cy="135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5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A72D-FC81-4AFE-745B-8FEFB368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E2509F-EB18-F0CE-D1FC-006F0BC47D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304" y="0"/>
            <a:ext cx="1758696" cy="1353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3F8AC7-A01C-6128-636F-E96F75A513E9}"/>
              </a:ext>
            </a:extLst>
          </p:cNvPr>
          <p:cNvSpPr txBox="1"/>
          <p:nvPr/>
        </p:nvSpPr>
        <p:spPr>
          <a:xfrm>
            <a:off x="10309753" y="6488668"/>
            <a:ext cx="188224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By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Eslam</a:t>
            </a: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Khder</a:t>
            </a:r>
            <a:endParaRPr lang="ar-EG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227206-4B6E-860F-82C6-FBFE09F1BF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0" y="-541080"/>
            <a:ext cx="3750085" cy="24354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F8CD95-FBA1-5DE5-C7CC-C674FFCF5158}"/>
              </a:ext>
            </a:extLst>
          </p:cNvPr>
          <p:cNvSpPr txBox="1"/>
          <p:nvPr/>
        </p:nvSpPr>
        <p:spPr>
          <a:xfrm>
            <a:off x="2996784" y="937813"/>
            <a:ext cx="6198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/>
              <a:t>Web Storm tools </a:t>
            </a:r>
          </a:p>
        </p:txBody>
      </p:sp>
      <p:pic>
        <p:nvPicPr>
          <p:cNvPr id="8" name="Picture 7" descr="A logo with a black square with white letters&#10;&#10;Description automatically generated">
            <a:extLst>
              <a:ext uri="{FF2B5EF4-FFF2-40B4-BE49-F238E27FC236}">
                <a16:creationId xmlns:a16="http://schemas.microsoft.com/office/drawing/2014/main" id="{E53B109E-D908-1024-ED40-39F2191C50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27" y="2376322"/>
            <a:ext cx="3005380" cy="30053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B9F844-DE31-45A0-2100-5A644C2F7B82}"/>
              </a:ext>
            </a:extLst>
          </p:cNvPr>
          <p:cNvSpPr txBox="1"/>
          <p:nvPr/>
        </p:nvSpPr>
        <p:spPr>
          <a:xfrm>
            <a:off x="4195923" y="3694346"/>
            <a:ext cx="7843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https://www.jetbrains.com/webstorm/download/#section=windows</a:t>
            </a:r>
          </a:p>
        </p:txBody>
      </p:sp>
    </p:spTree>
    <p:extLst>
      <p:ext uri="{BB962C8B-B14F-4D97-AF65-F5344CB8AC3E}">
        <p14:creationId xmlns:p14="http://schemas.microsoft.com/office/powerpoint/2010/main" val="322051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A3E9-9F0A-3772-FB68-D43C3E87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AF9E89-065D-F5A4-1126-5B238EED64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304" y="0"/>
            <a:ext cx="1758696" cy="1353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A9D213-C5AC-5998-C8A3-0A09A58FE75D}"/>
              </a:ext>
            </a:extLst>
          </p:cNvPr>
          <p:cNvSpPr txBox="1"/>
          <p:nvPr/>
        </p:nvSpPr>
        <p:spPr>
          <a:xfrm>
            <a:off x="10309753" y="6488668"/>
            <a:ext cx="188224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By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Eslam</a:t>
            </a: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Khder</a:t>
            </a:r>
            <a:endParaRPr lang="ar-EG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FB2986-D4F5-2E4A-9184-ED6B895CFC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0" y="-541080"/>
            <a:ext cx="3750085" cy="24354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5F8EC1-3E38-7085-65E5-60D051196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94" y="1353312"/>
            <a:ext cx="9672459" cy="442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06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8ED24-A5AE-C646-7599-C74EC573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53786-4334-2955-1315-048C2D1A67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304" y="0"/>
            <a:ext cx="1758696" cy="1353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7867C6-B926-048E-F798-A0676D686637}"/>
              </a:ext>
            </a:extLst>
          </p:cNvPr>
          <p:cNvSpPr txBox="1"/>
          <p:nvPr/>
        </p:nvSpPr>
        <p:spPr>
          <a:xfrm>
            <a:off x="10309753" y="6488668"/>
            <a:ext cx="188224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/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By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Eslam</a:t>
            </a: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Khder</a:t>
            </a:r>
            <a:endParaRPr lang="ar-EG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8D3E99-2AEF-7E6F-1BE9-067F947DAC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0" y="-541080"/>
            <a:ext cx="3750085" cy="24354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22CE52-A43F-F235-B3E5-243192C12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163" y="1659142"/>
            <a:ext cx="9294590" cy="452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231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2729</TotalTime>
  <Words>66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Eslam.khder</dc:creator>
  <cp:lastModifiedBy>Eslam.khder</cp:lastModifiedBy>
  <cp:revision>93</cp:revision>
  <dcterms:created xsi:type="dcterms:W3CDTF">2024-08-02T12:14:18Z</dcterms:created>
  <dcterms:modified xsi:type="dcterms:W3CDTF">2026-09-17T19:29:51Z</dcterms:modified>
</cp:coreProperties>
</file>